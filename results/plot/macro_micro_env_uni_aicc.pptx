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2"/>
  </p:normalViewPr>
  <p:slideViewPr>
    <p:cSldViewPr snapToGrid="0">
      <p:cViewPr>
        <p:scale>
          <a:sx n="65" d="100"/>
          <a:sy n="65" d="100"/>
        </p:scale>
        <p:origin x="1208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BC5567D-CE04-4125-B1FB-53491FD94B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CBFA3EC-B706-8B72-507B-926B7EE1B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2D562022-9C37-747B-AD26-BD69BA4F1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DCD8E35-433C-7083-6F91-E76AF6BA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95E5A465-035E-23D6-29B1-6D8A8BDDB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112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3A6484A-AF79-4343-5E92-D3CD62925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91FF76A-C577-A5EE-F378-BAEAE5E13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F5B20F6-1593-B59D-8439-BD1880578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F5C32DB-80DF-E91C-ACD5-325972C86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5938767-AA2D-0DD4-CC3B-8EB81107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852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A3AB6CB-22DA-37E8-6F49-3D81491C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0B7DABAC-8A70-18D3-A82B-7089C1C357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9E6B7D9-D8F5-0793-CB82-9C8A6BB1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825CF0A-EA7B-301F-0243-927A1952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1067AE49-5A5C-3DC5-CFD5-F4B04D34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7543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E50FA89-B6BA-58D5-7A5A-1CE152986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37081DF-3ABA-5BA1-B100-20BE3AE4E3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A6A95A3A-33C7-8FE6-43A0-C39EA8F4BF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FF76394-2D75-7A28-83A9-DEB0E743E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CB69D166-CD1E-E9D5-4BDC-DADC554EB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3DEDFD83-5354-C221-FF06-C2EA4818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81890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D41E536-9676-01E1-21F1-C46FDB450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BFB2C24-AD68-F262-126D-E4141AB179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C841209-57BD-3BFE-B4FB-8AEB7A70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248AC729-ADE0-AB52-4E1D-404E92AA47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7E3E1591-C3E4-2F06-427E-DD74E0F02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7EC814B1-C944-5374-1333-2D1733702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B8A4DA5A-BAAA-4966-7A81-B65D1E1F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935C865C-57B8-02F5-83AF-F779D56B8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4289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B7D8A4-9BF3-B4C8-BD89-61005B3F8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4F6C2705-04BA-8894-0743-7CD8392EC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1F3588DD-9553-1155-27DD-07BD4057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737915C-C529-4A02-BD72-D57D744D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0130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D8C9A5C-7AF1-34DF-E6B0-77AA513E5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6A3DC7B6-689F-CE53-7D96-87E0BCCE8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EBFF51C-DD8C-0344-47BA-20DACD7C6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9213943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D0F8413-B0E2-D57F-2335-9D060332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DCE102E2-A248-3806-0AB8-28E35F638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7E10788-26B8-AFFF-CC8D-625AC23CF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B5C78A80-C7F4-E226-406A-A5831B591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C12B202-B610-7C25-1674-572C7FA8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43C17369-6DB8-E76E-E0AC-2B9E88AD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93003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CDF528E-FB16-BD2E-DCA9-6F266ECF6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69360098-D08E-F52A-B671-C5C3108AE8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EEE33BB-7266-0FDC-46FC-D67684C89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14308A18-44D0-25A6-FA93-FF9FEF8D7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7E050F4A-827A-EBB3-9905-D935393C0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9A7319DD-12FD-EDDF-960E-F617E65B4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734896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062D91E-595E-5C85-EB81-A283FF4E7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AF16D55D-6263-2FCA-AD2B-2A5BDEE24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7D93050-E9C8-8A95-5463-D6CC2CAA6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69EAA8F1-6955-D719-0E32-E77E8AF22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E91DE45F-C5B7-1B7E-BD40-4C95A650D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2087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487E179D-2315-0867-96F8-7D7588538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425B982B-C89C-B303-519A-CA8C19C9A1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0D620A2-F9C6-4D29-AD56-9D94F2413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2D7F8D2-D2B9-7168-C7A6-0CBDCAC0E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9DE72CA-6F16-935A-210C-28420AAD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5464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84C5A6ED-3FCA-BD91-6789-18E1BBE2D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AA80D38D-09DD-4590-8EAA-E91C0D617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7050852-3D82-6A8F-8ADD-ED6723D7CC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7899F-BA17-2A46-9C74-F5D9449D06D6}" type="datetimeFigureOut">
              <a:rPr lang="nb-NO" smtClean="0"/>
              <a:t>21.11.2025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34D1AB1-DD87-38DB-F59B-6D55FBB34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5465DC3F-2C2D-A701-D964-F73F85BDB3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D319B9-FD02-7B4F-9050-7FDD6B9C235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1791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5336644E-4B2D-210D-EBD8-4E3486D9F7F6}"/>
              </a:ext>
            </a:extLst>
          </p:cNvPr>
          <p:cNvGrpSpPr>
            <a:grpSpLocks noChangeAspect="1"/>
          </p:cNvGrpSpPr>
          <p:nvPr/>
        </p:nvGrpSpPr>
        <p:grpSpPr>
          <a:xfrm>
            <a:off x="267288" y="334273"/>
            <a:ext cx="11924713" cy="5996189"/>
            <a:chOff x="174576" y="0"/>
            <a:chExt cx="12331898" cy="6200937"/>
          </a:xfrm>
        </p:grpSpPr>
        <p:pic>
          <p:nvPicPr>
            <p:cNvPr id="5" name="Bilde 4">
              <a:extLst>
                <a:ext uri="{FF2B5EF4-FFF2-40B4-BE49-F238E27FC236}">
                  <a16:creationId xmlns:a16="http://schemas.microsoft.com/office/drawing/2014/main" id="{282D66D5-A2AB-5C16-8D7C-FB776375E3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1591" b="3933"/>
            <a:stretch>
              <a:fillRect/>
            </a:stretch>
          </p:blipFill>
          <p:spPr>
            <a:xfrm>
              <a:off x="6207512" y="0"/>
              <a:ext cx="6298962" cy="6149060"/>
            </a:xfrm>
            <a:prstGeom prst="rect">
              <a:avLst/>
            </a:prstGeom>
          </p:spPr>
        </p:pic>
        <p:pic>
          <p:nvPicPr>
            <p:cNvPr id="7" name="Bilde 6">
              <a:extLst>
                <a:ext uri="{FF2B5EF4-FFF2-40B4-BE49-F238E27FC236}">
                  <a16:creationId xmlns:a16="http://schemas.microsoft.com/office/drawing/2014/main" id="{D256256C-F3E6-A4CD-1F3C-D4D89CED3C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728" b="3123"/>
            <a:stretch>
              <a:fillRect/>
            </a:stretch>
          </p:blipFill>
          <p:spPr>
            <a:xfrm>
              <a:off x="174576" y="0"/>
              <a:ext cx="6226224" cy="6200937"/>
            </a:xfrm>
            <a:prstGeom prst="rect">
              <a:avLst/>
            </a:prstGeom>
          </p:spPr>
        </p:pic>
      </p:grp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3E60E60-26FF-2886-2CBC-015C7D390EC5}"/>
              </a:ext>
            </a:extLst>
          </p:cNvPr>
          <p:cNvSpPr txBox="1"/>
          <p:nvPr/>
        </p:nvSpPr>
        <p:spPr>
          <a:xfrm>
            <a:off x="5306198" y="6491311"/>
            <a:ext cx="1589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b="1" dirty="0">
                <a:latin typeface="Avenir Book" panose="02000503020000020003" pitchFamily="2" charset="0"/>
              </a:rPr>
              <a:t>Model</a:t>
            </a:r>
          </a:p>
        </p:txBody>
      </p:sp>
      <p:sp>
        <p:nvSpPr>
          <p:cNvPr id="10" name="TekstSylinder 9">
            <a:extLst>
              <a:ext uri="{FF2B5EF4-FFF2-40B4-BE49-F238E27FC236}">
                <a16:creationId xmlns:a16="http://schemas.microsoft.com/office/drawing/2014/main" id="{115C92E4-08F9-801F-FC6A-3E2F3BC1EAC1}"/>
              </a:ext>
            </a:extLst>
          </p:cNvPr>
          <p:cNvSpPr txBox="1"/>
          <p:nvPr/>
        </p:nvSpPr>
        <p:spPr>
          <a:xfrm rot="16200000">
            <a:off x="-682746" y="3163090"/>
            <a:ext cx="1589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sz="1600" b="1" dirty="0">
                <a:latin typeface="Avenir Book" panose="02000503020000020003" pitchFamily="2" charset="0"/>
              </a:rPr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3178266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Book</vt:lpstr>
      <vt:lpstr>Office-tema</vt:lpstr>
      <vt:lpstr>PowerPoint-presentasjon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Vilde Bruhn Kinneberg</dc:creator>
  <cp:lastModifiedBy>Vilde Bruhn Kinneberg</cp:lastModifiedBy>
  <cp:revision>4</cp:revision>
  <cp:lastPrinted>2025-11-21T11:41:27Z</cp:lastPrinted>
  <dcterms:created xsi:type="dcterms:W3CDTF">2025-11-21T11:16:30Z</dcterms:created>
  <dcterms:modified xsi:type="dcterms:W3CDTF">2025-11-21T11:41:27Z</dcterms:modified>
</cp:coreProperties>
</file>