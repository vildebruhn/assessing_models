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6"/>
  </p:normalViewPr>
  <p:slideViewPr>
    <p:cSldViewPr snapToGrid="0">
      <p:cViewPr>
        <p:scale>
          <a:sx n="90" d="100"/>
          <a:sy n="90" d="100"/>
        </p:scale>
        <p:origin x="145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FA3D102-BAA9-6040-E717-E467234B3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402FD181-42CB-2F20-A5BC-09681FAC7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CEAE2A1-5663-4DAD-8120-E4B815A1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55FB9F6-0909-A1E2-FE1D-9871E313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4A45660-1F7C-FF90-6990-29B080D3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8182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B2E251A-5F97-99A7-ADF5-C0715B64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18A0522-1232-AE60-4CDB-C0808DA7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A7322674-E859-E771-8BEF-89FB8ECE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90FDE9D-1722-5F0E-266F-42D364E09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2A373FA-87B7-894C-C5D8-43AA9DC1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9176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8E17B4-286E-CE04-7027-B8E5A2EE9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C6E0500E-2C37-2DE4-E044-334D50753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4DB8428-F59E-F1F5-4E0E-A9E248B3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AC7EC52-E1B9-7C98-0E6B-AF1646C8B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F70B48D-E0DB-FDF6-C9F2-61E335C0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09383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33654C5-19AC-83EA-9162-ABBF2C69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07CDF41-F7B0-873D-76C3-4DAA46C59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CAC283E3-2A59-B9E6-A9BF-62D250CD2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BD97CEF-1A2A-5764-6FD4-3CD6D17FD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B7891C6-5C10-DBA8-1285-C2F90031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1D8CB2F-27F7-1E91-22FF-8A2384966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5960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8AF33C5-C062-96A4-CA81-BC26BD83D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1146D48-FDFE-3186-BF80-1EF452BF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AC596B5-646A-4FA9-0B6A-9220D1F96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8CD7FCEA-B508-C190-0B1E-DFA192533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CED8C40-5615-0FE8-40AF-CFDD849AE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4693CE93-D202-F045-1E56-D5E04092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A1A6972F-67E9-8EEB-1B26-952D8DDC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A8ED8B2-F827-8B76-6712-32BEFC1E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728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27E2E2-0D66-BD4A-F9AF-938FECE3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5A583CA8-590F-B322-8F9C-16C08C7B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DA67F117-2AF1-5A89-7CF3-10E5F767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CD2B9AE8-F723-AB0B-069A-D0685F7C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139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22AD6C60-12ED-CF46-A885-254F12F1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A313A5B-B1BB-6793-1821-195F19EE4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56398CCA-59B3-5895-A471-9CF0AFC3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78611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477CD43-A10C-C8AF-E06A-EDDDE3B2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3851A28-2A22-433A-573D-8FAC9F58D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F669A25-C93F-6493-AF1F-D98E8E96DD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00122E9-F179-3346-F5EF-DEA91A60B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4030BF6-8808-1043-06D4-2AD4BDC7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7C99134-B0F0-BFC8-8B99-6ED1EB02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46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901F5F6-246A-DF0D-79F6-BE3B9CDB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918743D5-D200-0C94-A00D-BA55CACD1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643E1A9-107F-2045-3C80-695623911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8C139736-5693-B92F-287E-CC2625E2A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9EFA46D5-C514-814D-9322-F05DC588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F20CB5F-3DE6-88AA-664B-28B1BB8E3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3512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578487-6DF0-7233-CACD-8A1A1188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0D008B0-E8A4-A6B8-769D-854F3D5B7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DCE69EC-EE54-A740-05DE-7237970FD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2990D6D-E862-63B5-2E1A-58432E21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F12A05B-2861-2F71-97BC-5E79BFF4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385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F9159857-C401-1D07-6E8A-8FA151545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BBC24863-3198-1FB4-2108-EC94F5D6C0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D6EBF1C1-5231-73C6-849E-F3C2259A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F528156-8E5D-3EE3-C244-D63EC36B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B8B8C6F-CEBF-AD6F-6799-7C722450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91794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2AFE13FA-B164-988D-E1D5-4BACC7824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CFD71F7-A8EF-7398-97E6-852C890D8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54C3B9C-3F44-26CA-C69C-FE42E0984D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51444-D0AD-FC40-8480-375691BF17CC}" type="datetimeFigureOut">
              <a:rPr lang="nb-NO" smtClean="0"/>
              <a:t>19.11.2025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7323604-2E22-C9FC-17F6-27E78E296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8005638-0367-A980-6C6D-5C7926E2B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53BDE-A1A3-7740-9391-8CA427B5A0D8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750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e 6">
            <a:extLst>
              <a:ext uri="{FF2B5EF4-FFF2-40B4-BE49-F238E27FC236}">
                <a16:creationId xmlns:a16="http://schemas.microsoft.com/office/drawing/2014/main" id="{D8C7BF00-2440-37C6-EE63-F7C9D3E9C5C3}"/>
              </a:ext>
            </a:extLst>
          </p:cNvPr>
          <p:cNvGrpSpPr>
            <a:grpSpLocks noChangeAspect="1"/>
          </p:cNvGrpSpPr>
          <p:nvPr/>
        </p:nvGrpSpPr>
        <p:grpSpPr>
          <a:xfrm>
            <a:off x="98629" y="459310"/>
            <a:ext cx="11994741" cy="5939380"/>
            <a:chOff x="442209" y="1528600"/>
            <a:chExt cx="8414483" cy="4166560"/>
          </a:xfrm>
        </p:grpSpPr>
        <p:pic>
          <p:nvPicPr>
            <p:cNvPr id="4" name="Bilde 3">
              <a:extLst>
                <a:ext uri="{FF2B5EF4-FFF2-40B4-BE49-F238E27FC236}">
                  <a16:creationId xmlns:a16="http://schemas.microsoft.com/office/drawing/2014/main" id="{D5B81027-6323-280B-3C2C-52C4440F1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613" r="40924"/>
            <a:stretch>
              <a:fillRect/>
            </a:stretch>
          </p:blipFill>
          <p:spPr>
            <a:xfrm>
              <a:off x="3622500" y="1528600"/>
              <a:ext cx="2098060" cy="4166560"/>
            </a:xfrm>
            <a:prstGeom prst="rect">
              <a:avLst/>
            </a:prstGeom>
          </p:spPr>
        </p:pic>
        <p:pic>
          <p:nvPicPr>
            <p:cNvPr id="5" name="Bilde 4">
              <a:extLst>
                <a:ext uri="{FF2B5EF4-FFF2-40B4-BE49-F238E27FC236}">
                  <a16:creationId xmlns:a16="http://schemas.microsoft.com/office/drawing/2014/main" id="{0AFA3574-9C73-5621-C627-E1851EC42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3965" r="965"/>
            <a:stretch>
              <a:fillRect/>
            </a:stretch>
          </p:blipFill>
          <p:spPr>
            <a:xfrm>
              <a:off x="6007750" y="1528600"/>
              <a:ext cx="2848942" cy="4166560"/>
            </a:xfrm>
            <a:prstGeom prst="rect">
              <a:avLst/>
            </a:prstGeom>
          </p:spPr>
        </p:pic>
        <p:pic>
          <p:nvPicPr>
            <p:cNvPr id="6" name="Bilde 5">
              <a:extLst>
                <a:ext uri="{FF2B5EF4-FFF2-40B4-BE49-F238E27FC236}">
                  <a16:creationId xmlns:a16="http://schemas.microsoft.com/office/drawing/2014/main" id="{56B91DC8-32E1-5F5C-5283-CE26B7FE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44" r="74296"/>
            <a:stretch>
              <a:fillRect/>
            </a:stretch>
          </p:blipFill>
          <p:spPr>
            <a:xfrm>
              <a:off x="442209" y="1528600"/>
              <a:ext cx="2893101" cy="41665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0587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Vilde Bruhn Kinneberg</dc:creator>
  <cp:lastModifiedBy>Vilde Bruhn Kinneberg</cp:lastModifiedBy>
  <cp:revision>1</cp:revision>
  <dcterms:created xsi:type="dcterms:W3CDTF">2025-11-19T14:04:12Z</dcterms:created>
  <dcterms:modified xsi:type="dcterms:W3CDTF">2025-11-19T14:12:08Z</dcterms:modified>
</cp:coreProperties>
</file>