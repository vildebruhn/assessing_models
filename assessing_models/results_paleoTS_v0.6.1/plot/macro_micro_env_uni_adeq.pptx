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727"/>
  </p:normalViewPr>
  <p:slideViewPr>
    <p:cSldViewPr snapToGrid="0">
      <p:cViewPr varScale="1">
        <p:scale>
          <a:sx n="175" d="100"/>
          <a:sy n="175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BC5567D-CE04-4125-B1FB-53491FD94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BFA3EC-B706-8B72-507B-926B7EE1B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D562022-9C37-747B-AD26-BD69BA4F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DCD8E35-433C-7083-6F91-E76AF6BAA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5E5A465-035E-23D6-29B1-6D8A8BDD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112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3A6484A-AF79-4343-5E92-D3CD6292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91FF76A-C577-A5EE-F378-BAEAE5E13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F5B20F6-1593-B59D-8439-BD188057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F5C32DB-80DF-E91C-ACD5-325972C8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5938767-AA2D-0DD4-CC3B-8EB81107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852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3AB6CB-22DA-37E8-6F49-3D81491C9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B7DABAC-8A70-18D3-A82B-7089C1C35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9E6B7D9-D8F5-0793-CB82-9C8A6BB1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825CF0A-EA7B-301F-0243-927A1952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067AE49-5A5C-3DC5-CFD5-F4B04D34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54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E50FA89-B6BA-58D5-7A5A-1CE15298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37081DF-3ABA-5BA1-B100-20BE3AE4E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6A95A3A-33C7-8FE6-43A0-C39EA8F4B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FF76394-2D75-7A28-83A9-DEB0E743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B69D166-CD1E-E9D5-4BDC-DADC554E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DEDFD83-5354-C221-FF06-C2EA4818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818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D41E536-9676-01E1-21F1-C46FDB45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BFB2C24-AD68-F262-126D-E4141AB17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C841209-57BD-3BFE-B4FB-8AEB7A70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48AC729-ADE0-AB52-4E1D-404E92AA4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E3E1591-C3E4-2F06-427E-DD74E0F02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EC814B1-C944-5374-1333-2D173370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8A4DA5A-BAAA-4966-7A81-B65D1E1F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35C865C-57B8-02F5-83AF-F779D56B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289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B7D8A4-9BF3-B4C8-BD89-61005B3F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F6C2705-04BA-8894-0743-7CD8392E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1F3588DD-9553-1155-27DD-07BD4057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737915C-C529-4A02-BD72-D57D744D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013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7D8C9A5C-7AF1-34DF-E6B0-77AA513E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A3DC7B6-689F-CE53-7D96-87E0BCCE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EBFF51C-DD8C-0344-47BA-20DACD7C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139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D0F8413-B0E2-D57F-2335-9D060332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CE102E2-A248-3806-0AB8-28E35F638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7E10788-26B8-AFFF-CC8D-625AC23CF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5C78A80-C7F4-E226-406A-A5831B591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C12B202-B610-7C25-1674-572C7FA8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3C17369-6DB8-E76E-E0AC-2B9E88AD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9300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CDF528E-FB16-BD2E-DCA9-6F266ECF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69360098-D08E-F52A-B671-C5C3108AE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EEE33BB-7266-0FDC-46FC-D67684C89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4308A18-44D0-25A6-FA93-FF9FEF8D7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E050F4A-827A-EBB3-9905-D935393C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A7319DD-12FD-EDDF-960E-F617E65B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489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062D91E-595E-5C85-EB81-A283FF4E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F16D55D-6263-2FCA-AD2B-2A5BDEE2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7D93050-E9C8-8A95-5463-D6CC2CAA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9EAA8F1-6955-D719-0E32-E77E8AF2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91DE45F-C5B7-1B7E-BD40-4C95A650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208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487E179D-2315-0867-96F8-7D7588538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425B982B-C89C-B303-519A-CA8C19C9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D620A2-F9C6-4D29-AD56-9D94F241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2D7F8D2-D2B9-7168-C7A6-0CBDCAC0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9DE72CA-6F16-935A-210C-28420AAD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464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84C5A6ED-3FCA-BD91-6789-18E1BBE2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A80D38D-09DD-4590-8EAA-E91C0D617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7050852-3D82-6A8F-8ADD-ED6723D7C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7899F-BA17-2A46-9C74-F5D9449D06D6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34D1AB1-DD87-38DB-F59B-6D55FBB34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465DC3F-2C2D-A701-D964-F73F85BDB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179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Sylinder 8">
            <a:extLst>
              <a:ext uri="{FF2B5EF4-FFF2-40B4-BE49-F238E27FC236}">
                <a16:creationId xmlns:a16="http://schemas.microsoft.com/office/drawing/2014/main" id="{E3E60E60-26FF-2886-2CBC-015C7D390EC5}"/>
              </a:ext>
            </a:extLst>
          </p:cNvPr>
          <p:cNvSpPr txBox="1"/>
          <p:nvPr/>
        </p:nvSpPr>
        <p:spPr>
          <a:xfrm>
            <a:off x="5306198" y="6491311"/>
            <a:ext cx="1589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600" b="1" dirty="0">
                <a:latin typeface="Avenir Book" panose="02000503020000020003" pitchFamily="2" charset="0"/>
              </a:rPr>
              <a:t>Model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115C92E4-08F9-801F-FC6A-3E2F3BC1EAC1}"/>
              </a:ext>
            </a:extLst>
          </p:cNvPr>
          <p:cNvSpPr txBox="1"/>
          <p:nvPr/>
        </p:nvSpPr>
        <p:spPr>
          <a:xfrm rot="16200000">
            <a:off x="-682746" y="3163090"/>
            <a:ext cx="1589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600" b="1" dirty="0">
                <a:latin typeface="Avenir Book" panose="02000503020000020003" pitchFamily="2" charset="0"/>
              </a:rPr>
              <a:t>Count</a:t>
            </a: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92101DAA-9B3A-394B-AAEC-FCBA70E8AD70}"/>
              </a:ext>
            </a:extLst>
          </p:cNvPr>
          <p:cNvGrpSpPr>
            <a:grpSpLocks noChangeAspect="1"/>
          </p:cNvGrpSpPr>
          <p:nvPr/>
        </p:nvGrpSpPr>
        <p:grpSpPr>
          <a:xfrm>
            <a:off x="281356" y="364373"/>
            <a:ext cx="11924132" cy="5935987"/>
            <a:chOff x="281356" y="131967"/>
            <a:chExt cx="12370526" cy="6158208"/>
          </a:xfrm>
        </p:grpSpPr>
        <p:pic>
          <p:nvPicPr>
            <p:cNvPr id="2" name="Bilde 1">
              <a:extLst>
                <a:ext uri="{FF2B5EF4-FFF2-40B4-BE49-F238E27FC236}">
                  <a16:creationId xmlns:a16="http://schemas.microsoft.com/office/drawing/2014/main" id="{1359D4FD-318C-8318-6805-7C374E253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69" b="3790"/>
            <a:stretch>
              <a:fillRect/>
            </a:stretch>
          </p:blipFill>
          <p:spPr>
            <a:xfrm>
              <a:off x="6473151" y="131967"/>
              <a:ext cx="6178731" cy="6158208"/>
            </a:xfrm>
            <a:prstGeom prst="rect">
              <a:avLst/>
            </a:prstGeom>
          </p:spPr>
        </p:pic>
        <p:pic>
          <p:nvPicPr>
            <p:cNvPr id="3" name="Bilde 2">
              <a:extLst>
                <a:ext uri="{FF2B5EF4-FFF2-40B4-BE49-F238E27FC236}">
                  <a16:creationId xmlns:a16="http://schemas.microsoft.com/office/drawing/2014/main" id="{592FD818-35D6-EDAD-1FB0-ABFC5DAD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20" r="1270" b="3790"/>
            <a:stretch>
              <a:fillRect/>
            </a:stretch>
          </p:blipFill>
          <p:spPr>
            <a:xfrm>
              <a:off x="281356" y="131967"/>
              <a:ext cx="6113417" cy="61582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826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Book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Vilde Bruhn Kinneberg</dc:creator>
  <cp:lastModifiedBy>Vilde Bruhn Kinneberg</cp:lastModifiedBy>
  <cp:revision>5</cp:revision>
  <cp:lastPrinted>2025-11-21T11:41:27Z</cp:lastPrinted>
  <dcterms:created xsi:type="dcterms:W3CDTF">2025-11-21T11:16:30Z</dcterms:created>
  <dcterms:modified xsi:type="dcterms:W3CDTF">2025-11-24T10:46:36Z</dcterms:modified>
</cp:coreProperties>
</file>